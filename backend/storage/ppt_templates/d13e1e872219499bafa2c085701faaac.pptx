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48ad023bd6429b" /><Relationship Type="http://schemas.openxmlformats.org/officeDocument/2006/relationships/extended-properties" Target="/docProps/app.xml" Id="R48d83b3fcbd442f6" /><Relationship Type="http://schemas.openxmlformats.org/officeDocument/2006/relationships/officeDocument" Target="/ppt/presentation.xml" Id="Rb006b3e05be146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f6ac3776914ef1"/>
  </p:sldMasterIdLst>
  <p:notesMasterIdLst>
    <p:notesMasterId xmlns:r="http://schemas.openxmlformats.org/officeDocument/2006/relationships" r:id="Rb02f8bc48e3e454f"/>
  </p:notesMasterIdLst>
  <p:sldIdLst>
    <p:sldId xmlns:r="http://schemas.openxmlformats.org/officeDocument/2006/relationships" id="256" r:id="R44d42f9d67c34c3e"/>
    <p:sldId xmlns:r="http://schemas.openxmlformats.org/officeDocument/2006/relationships" id="257" r:id="Rf2b429679bf04bd5"/>
    <p:sldId xmlns:r="http://schemas.openxmlformats.org/officeDocument/2006/relationships" id="258" r:id="R5fce53dcc8184caa"/>
    <p:sldId xmlns:r="http://schemas.openxmlformats.org/officeDocument/2006/relationships" id="259" r:id="R9c3c6c29f9494c2e"/>
    <p:sldId xmlns:r="http://schemas.openxmlformats.org/officeDocument/2006/relationships" id="260" r:id="R5239ccc134f840c3"/>
    <p:sldId xmlns:r="http://schemas.openxmlformats.org/officeDocument/2006/relationships" id="261" r:id="R0a114663ef5f42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c95aac98d3404a" /><Relationship Type="http://schemas.openxmlformats.org/officeDocument/2006/relationships/slideMaster" Target="/ppt/slideMasters/slideMaster1.xml" Id="R7cf6ac3776914ef1" /><Relationship Type="http://schemas.openxmlformats.org/officeDocument/2006/relationships/notesMaster" Target="/ppt/notesMasters/notesMaster1.xml" Id="Rb02f8bc48e3e454f" /><Relationship Type="http://schemas.openxmlformats.org/officeDocument/2006/relationships/presProps" Target="/ppt/presProps.xml" Id="R74113e3c030f4024" /><Relationship Type="http://schemas.openxmlformats.org/officeDocument/2006/relationships/tableStyles" Target="/ppt/tableStyles.xml" Id="R7cd9e4e396a84aee" /><Relationship Type="http://schemas.openxmlformats.org/officeDocument/2006/relationships/slide" Target="/ppt/slides/slide1.xml" Id="R44d42f9d67c34c3e" /><Relationship Type="http://schemas.openxmlformats.org/officeDocument/2006/relationships/slide" Target="/ppt/slides/slide2.xml" Id="Rf2b429679bf04bd5" /><Relationship Type="http://schemas.openxmlformats.org/officeDocument/2006/relationships/slide" Target="/ppt/slides/slide3.xml" Id="R5fce53dcc8184caa" /><Relationship Type="http://schemas.openxmlformats.org/officeDocument/2006/relationships/slide" Target="/ppt/slides/slide4.xml" Id="R9c3c6c29f9494c2e" /><Relationship Type="http://schemas.openxmlformats.org/officeDocument/2006/relationships/slide" Target="/ppt/slides/slide5.xml" Id="R5239ccc134f840c3" /><Relationship Type="http://schemas.openxmlformats.org/officeDocument/2006/relationships/slide" Target="/ppt/slides/slide6.xml" Id="R0a114663ef5f42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c0a2265b94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da20caf694488d" /><Relationship Type="http://schemas.openxmlformats.org/officeDocument/2006/relationships/notesMaster" Target="/ppt/notesMasters/notesMaster1.xml" Id="Rcc085b61054241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32971f69134e77" /><Relationship Type="http://schemas.openxmlformats.org/officeDocument/2006/relationships/notesMaster" Target="/ppt/notesMasters/notesMaster1.xml" Id="R83ea0584a18142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b9496bd7fd4662" /><Relationship Type="http://schemas.openxmlformats.org/officeDocument/2006/relationships/notesMaster" Target="/ppt/notesMasters/notesMaster1.xml" Id="R3d7478c7a9a04e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8594f248d746d6" /><Relationship Type="http://schemas.openxmlformats.org/officeDocument/2006/relationships/notesMaster" Target="/ppt/notesMasters/notesMaster1.xml" Id="Ra18b4dfca27547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d174b2f9454c61" /><Relationship Type="http://schemas.openxmlformats.org/officeDocument/2006/relationships/notesMaster" Target="/ppt/notesMasters/notesMaster1.xml" Id="R2156e29786b64a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30fd4c25894549" /><Relationship Type="http://schemas.openxmlformats.org/officeDocument/2006/relationships/notesMaster" Target="/ppt/notesMasters/notesMaster1.xml" Id="R921af33d995c4f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e1efdf2be4b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23c4ae02a4f46" /><Relationship Type="http://schemas.openxmlformats.org/officeDocument/2006/relationships/slideLayout" Target="/ppt/slideLayouts/slideLayout1.xml" Id="R39a231a59c4043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a231a59c4043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51bcc4fa3433d" /><Relationship Type="http://schemas.openxmlformats.org/officeDocument/2006/relationships/notesSlide" Target="/ppt/notesSlides/notesSlide1.xml" Id="R25ac5d5aa28944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1d71f1c3e4304" /><Relationship Type="http://schemas.openxmlformats.org/officeDocument/2006/relationships/notesSlide" Target="/ppt/notesSlides/notesSlide2.xml" Id="Reb516cd486f940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20ebef6124e32" /><Relationship Type="http://schemas.openxmlformats.org/officeDocument/2006/relationships/notesSlide" Target="/ppt/notesSlides/notesSlide3.xml" Id="Rdf023460502c42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6d75c54ca4cd4" /><Relationship Type="http://schemas.openxmlformats.org/officeDocument/2006/relationships/notesSlide" Target="/ppt/notesSlides/notesSlide4.xml" Id="Rf6b185aa5e6a47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20d4897ed4cde" /><Relationship Type="http://schemas.openxmlformats.org/officeDocument/2006/relationships/chart" Target="/ppt/slides/charts/chart1.xml" Id="R430e3914582c4765" /><Relationship Type="http://schemas.openxmlformats.org/officeDocument/2006/relationships/notesSlide" Target="/ppt/notesSlides/notesSlide5.xml" Id="Ra287b7d3df834f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bf4d412924ffe" /><Relationship Type="http://schemas.openxmlformats.org/officeDocument/2006/relationships/notesSlide" Target="/ppt/notesSlides/notesSlide6.xml" Id="R99e6b34dbd6e4e6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指标</c:v>
          </c:tx>
          <c:spPr>
            <a:solidFill xmlns:a="http://schemas.openxmlformats.org/drawingml/2006/main">
              <a:srgbClr val="3B82F6"/>
            </a:solidFill>
          </c:spPr>
          <c:cat>
            <c:strLit>
              <c:ptCount val="4"/>
              <c:pt idx="0">
                <c:v>一季度</c:v>
              </c:pt>
              <c:pt idx="1">
                <c:v>二季度</c:v>
              </c:pt>
              <c:pt idx="2">
                <c:v>三季度</c:v>
              </c:pt>
              <c:pt idx="3">
                <c:v>四季度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58</c:v>
              </c:pt>
              <c:pt idx="2">
                <c:v>66</c:v>
              </c:pt>
              <c:pt idx="3">
                <c:v>82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573BC-BC91-45BB-908D-738D9A04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5B8C0-2E8E-4C65-B613-D0915A43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D420C-451E-44D7-AA2A-BF52476E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4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82F6"/>
                </a:solidFill>
              </a:defRPr>
            </a:pPr>
            <a:r>
              <a:rPr sz="1200" b="1">
                <a:solidFill>
                  <a:srgbClr val="3B82F6"/>
                </a:solidFill>
              </a:rPr>
              <a:t>PPT 演示模板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FD167-963A-4AD8-9A8E-0C617514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演示文稿标题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D79AD-E623-48C8-A721-34DD588B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副标题或一句话说明（占位）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CBF9C-C97B-4E90-B1B1-C07394F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汇报人：姓名   日期：2026年XX月XX日</a:t>
            </a:r>
          </a:p>
        </p:txBody>
      </p:sp>
    </p:spTree>
    <p:extLst>
      <p:ext uri="{BB962C8B-B14F-4D97-AF65-F5344CB8AC3E}">
        <p14:creationId xmlns:p14="http://schemas.microsoft.com/office/powerpoint/2010/main" val="1842441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9DD91-6E6F-40A8-A34C-380BB01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637EB-5619-41FF-B0BE-D8881ADE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商务演示模板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B55CF-6101-418D-8064-85080BB5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DD0FC-342E-44C8-9B5A-50291814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159E7-7D39-491F-9664-4F60108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82F6"/>
                </a:solidFill>
              </a:defRPr>
            </a:pPr>
            <a:r>
              <a:rPr sz="1200" b="1">
                <a:solidFill>
                  <a:srgbClr val="3B82F6"/>
                </a:solidFill>
              </a:rPr>
              <a:t>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5AEEC-ABD2-474D-9CEC-F29221A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B82F6"/>
                </a:solidFill>
              </a:defRPr>
            </a:pPr>
            <a:r>
              <a:rPr sz="2700" b="1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E92AE-867B-4936-9D36-2F13BF1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背景概述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A5F1A-E881-415E-842F-06288A7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B82F6"/>
                </a:solidFill>
              </a:defRPr>
            </a:pPr>
            <a:r>
              <a:rPr sz="2700" b="1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00032-4B12-4349-A081-82D63D52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核心内容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FD125-AF09-47D6-98A7-72F07F08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B82F6"/>
                </a:solidFill>
              </a:defRPr>
            </a:pPr>
            <a:r>
              <a:rPr sz="2700" b="1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184AE-FB3F-4503-973B-E3336B90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338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方案与数据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E3584-467E-4CDE-A35D-D749FEF6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B82F6"/>
                </a:solidFill>
              </a:defRPr>
            </a:pPr>
            <a:r>
              <a:rPr sz="2700" b="1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032EC-2E4B-4D24-9542-91521B2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总结展望</a:t>
            </a:r>
          </a:p>
        </p:txBody>
      </p:sp>
    </p:spTree>
    <p:extLst>
      <p:ext uri="{BB962C8B-B14F-4D97-AF65-F5344CB8AC3E}">
        <p14:creationId xmlns:p14="http://schemas.microsoft.com/office/powerpoint/2010/main" val="2012528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3A8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12491-8A73-46C2-B4F8-62436B27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商务演示模板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76793-47CE-4691-BE9D-9D564095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45F8A-960C-49D1-93B8-1A492651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0" b="1">
                <a:solidFill>
                  <a:srgbClr val="FFFFFF"/>
                </a:solidFill>
              </a:defRPr>
            </a:pPr>
            <a:r>
              <a:rPr sz="9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3252B-F254-4464-BB67-68057FC6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背景概述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5659B-0012-4108-A3F8-C13C1E77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BFE"/>
                </a:solidFill>
              </a:defRPr>
            </a:pPr>
            <a:r>
              <a:rPr sz="1350" b="0">
                <a:solidFill>
                  <a:srgbClr val="BFDBFE"/>
                </a:solidFill>
              </a:rPr>
              <a:t>本章节内容说明（占位）</a:t>
            </a:r>
          </a:p>
        </p:txBody>
      </p:sp>
    </p:spTree>
    <p:extLst>
      <p:ext uri="{BB962C8B-B14F-4D97-AF65-F5344CB8AC3E}">
        <p14:creationId xmlns:p14="http://schemas.microsoft.com/office/powerpoint/2010/main" val="725084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1C9DC-8A39-479B-A88B-0D31355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4E83A-7193-4799-B8EF-8A57236D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商务演示模板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6EF0B-A63E-425F-857F-70BEC90A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A8542-D744-4EA3-A450-D03E767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内容标题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F33C7-B286-4852-9724-6AD86C16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05F7F-A3AB-46BE-AEA4-AA50DFFC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7F694-5AFC-4A9E-A87F-A79B3672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要点一：说明第一个核心观点（占位）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5874E-3C16-4F2E-B348-DB8A9508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49281-D1BA-41D8-A9F6-08999BA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要点二：说明第二个核心观点（占位）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0AD28-56AF-4939-8B57-1233642A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DFA68-54AF-45AC-A821-E5FF37E5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要点三：说明第三个核心观点（占位）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AA917-DC47-4CBE-AFC2-9288580A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B094E-4FC1-402A-BFAC-C2A4CE6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810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图片 / 图表占位</a:t>
            </a:r>
          </a:p>
        </p:txBody>
      </p:sp>
    </p:spTree>
    <p:extLst>
      <p:ext uri="{BB962C8B-B14F-4D97-AF65-F5344CB8AC3E}">
        <p14:creationId xmlns:p14="http://schemas.microsoft.com/office/powerpoint/2010/main" val="853791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1FD9C-D6F6-416B-B8E5-B687C112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6DCF2-1173-463B-AE53-3307807B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商务演示模板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2E2DA-83F1-455F-9E13-D9A817D4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E0479-9608-480E-940F-4820D276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关键数据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143000" y="161925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0e3914582c476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F5C6C-7177-48C9-A0DD-3D9524D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048000" cy="4000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0A79E-E795-4A4E-B90F-1CB3B65E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04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说明文字占位</a:t>
            </a:r>
          </a:p>
        </p:txBody>
      </p:sp>
    </p:spTree>
    <p:extLst>
      <p:ext uri="{BB962C8B-B14F-4D97-AF65-F5344CB8AC3E}">
        <p14:creationId xmlns:p14="http://schemas.microsoft.com/office/powerpoint/2010/main" val="604678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C9B0C-35AC-4135-97ED-0D1C23A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8560D-7D7E-4B51-856B-ADD778B1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F891D-872B-40C7-AB36-A5CEF4FE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总结与展望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4F17C-D3CA-451A-B08D-5174EF12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一句话总结或行动建议（占位）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4B995-35A8-42AB-81AA-E9D97B83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联系方式：name@example.com</a:t>
            </a:r>
          </a:p>
        </p:txBody>
      </p:sp>
    </p:spTree>
    <p:extLst>
      <p:ext uri="{BB962C8B-B14F-4D97-AF65-F5344CB8AC3E}">
        <p14:creationId xmlns:p14="http://schemas.microsoft.com/office/powerpoint/2010/main" val="1773488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2026-08-16T10:06:37.1450000Z</dcterms:created>
  <dcterms:modified xsi:type="dcterms:W3CDTF">2026-08-16T10:06:37.1450000Z</dcterms:modified>
</coreProperties>
</file>